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Hybrid PQC-QKD Edge Computing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Securing Real-Time Healthcare Telemetry Against Quantum Threats</a:t>
            </a:r>
          </a:p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Quantum Threat to Healthcare (IoMT)</a:t>
            </a:r>
          </a:p>
          <a:p>
            <a:pPr lvl="1"/>
            <a:r>
              <a:t>Current IoMT relies on RSA/ECC, vulnerable to Shor's algorithm.</a:t>
            </a:r>
          </a:p>
          <a:p>
            <a:pPr/>
            <a:r>
              <a:t>Limitations of Current Paradigms:</a:t>
            </a:r>
          </a:p>
          <a:p>
            <a:pPr lvl="1"/>
            <a:r>
              <a:t>QKD: Requires bulky hardware and direct optical links (impossible for moving wearables).</a:t>
            </a:r>
          </a:p>
          <a:p>
            <a:pPr lvl="1"/>
            <a:r>
              <a:t>PQC: High computational overhead on edge devices causes unacceptable latency &gt; 250 ms and battery drain.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Hybrid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Three-Tier Hybrid PQC-QKD System</a:t>
            </a:r>
          </a:p>
          <a:p>
            <a:pPr lvl="1"/>
            <a:r>
              <a:t>Tier 1: Wearable PQC Domain</a:t>
            </a:r>
          </a:p>
          <a:p>
            <a:pPr lvl="2"/>
            <a:r>
              <a:t>Uses optimized PQC (ML-KEM-512) for short-range wireless communication.</a:t>
            </a:r>
          </a:p>
          <a:p>
            <a:pPr lvl="1"/>
            <a:r>
              <a:t>Tier 2: Edge Gateway</a:t>
            </a:r>
          </a:p>
          <a:p>
            <a:pPr lvl="2"/>
            <a:r>
              <a:t>Translates PQC payloads into QKD-encrypted batches.</a:t>
            </a:r>
          </a:p>
          <a:p>
            <a:pPr lvl="1"/>
            <a:r>
              <a:t>Tier 3: QKD Domain</a:t>
            </a:r>
          </a:p>
          <a:p>
            <a:pPr lvl="2"/>
            <a:r>
              <a:t>Simulates BB84 QKD over optical fiber between Edge and Datacenter.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Real-World Emulation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Completed Simulation Pipeline</a:t>
            </a:r>
          </a:p>
          <a:p>
            <a:pPr lvl="1"/>
            <a:r>
              <a:t>Clinical Data Engine: Live streaming of ECG data from PhysioNet MIT-BIH.</a:t>
            </a:r>
          </a:p>
          <a:p>
            <a:pPr lvl="1"/>
            <a:r>
              <a:t>PQC Layer: ML-KEM-512 implementation with AES-GCM AEAD payload encryption.</a:t>
            </a:r>
          </a:p>
          <a:p>
            <a:pPr lvl="1"/>
            <a:r>
              <a:t>Hardware Emulation: Simulated ESP32 constraints (algorithmic delay multipliers).</a:t>
            </a:r>
          </a:p>
          <a:p>
            <a:pPr lvl="1"/>
            <a:r>
              <a:t>Physics Engine: Path loss (RSSI) calculation natively inducing bit flips over live UDP network.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Novelty of Our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Beyond Theoretical Cryptography</a:t>
            </a:r>
          </a:p>
          <a:p>
            <a:pPr lvl="1"/>
            <a:r>
              <a:t>Cross-Domain Translation: Safely bridging mathematical (PQC) and physical (QKD) quantum resistance.</a:t>
            </a:r>
          </a:p>
          <a:p>
            <a:pPr lvl="1"/>
            <a:r>
              <a:t>Physics-Driven Security: Linking signal degradation (RSSI) to cryptographic authentication failures.</a:t>
            </a:r>
          </a:p>
          <a:p>
            <a:pPr lvl="1"/>
            <a:r>
              <a:t>Buffer Bloat Analysis: Modeling high-frequency tachycardia events vs PQC encryption limits.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2-4</a:t>
            </a:r>
          </a:p>
          <a:p>
            <a:pPr lvl="1"/>
            <a:r>
              <a:t>Phase 2: Build QKD Optical Backbone Engine using IBM Qiskit.</a:t>
            </a:r>
          </a:p>
          <a:p>
            <a:pPr lvl="1"/>
            <a:r>
              <a:t>Phase 3: System Integration (PQC-QKD Bridge) and Advanced Threat Modeling (Intercept-Resend).</a:t>
            </a:r>
          </a:p>
          <a:p>
            <a:pPr lvl="1"/>
            <a:r>
              <a:t>Phase 4: Benchmarking Latency vs Payload, Energy Consumption against Pure PQC/RSA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